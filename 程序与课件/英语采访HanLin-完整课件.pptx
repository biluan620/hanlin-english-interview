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91fedb5794cb1" /><Relationship Type="http://schemas.openxmlformats.org/officeDocument/2006/relationships/extended-properties" Target="/docProps/app.xml" Id="R889e495ebc82476b" /><Relationship Type="http://schemas.openxmlformats.org/officeDocument/2006/relationships/officeDocument" Target="/ppt/presentation.xml" Id="Rdb718ebbac1c41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7ae2656234baf"/>
  </p:sldMasterIdLst>
  <p:notesMasterIdLst>
    <p:notesMasterId xmlns:r="http://schemas.openxmlformats.org/officeDocument/2006/relationships" r:id="Rf16b4960cb4649e8"/>
  </p:notesMasterIdLst>
  <p:sldIdLst>
    <p:sldId xmlns:r="http://schemas.openxmlformats.org/officeDocument/2006/relationships" id="256" r:id="Rc7f6053bc7584469"/>
    <p:sldId xmlns:r="http://schemas.openxmlformats.org/officeDocument/2006/relationships" id="257" r:id="Rfc670526aef34a86"/>
    <p:sldId xmlns:r="http://schemas.openxmlformats.org/officeDocument/2006/relationships" id="258" r:id="Rf4e233ec45b74dde"/>
    <p:sldId xmlns:r="http://schemas.openxmlformats.org/officeDocument/2006/relationships" id="259" r:id="Rf25c919b7a114333"/>
    <p:sldId xmlns:r="http://schemas.openxmlformats.org/officeDocument/2006/relationships" id="260" r:id="R5ce2be92f40b4314"/>
    <p:sldId xmlns:r="http://schemas.openxmlformats.org/officeDocument/2006/relationships" id="261" r:id="R07f3c69ed30f4b51"/>
    <p:sldId xmlns:r="http://schemas.openxmlformats.org/officeDocument/2006/relationships" id="262" r:id="R6ae0a417772b4236"/>
    <p:sldId xmlns:r="http://schemas.openxmlformats.org/officeDocument/2006/relationships" id="263" r:id="R0a2fc7476d6848c5"/>
    <p:sldId xmlns:r="http://schemas.openxmlformats.org/officeDocument/2006/relationships" id="264" r:id="Rc59f1868f34b4676"/>
    <p:sldId xmlns:r="http://schemas.openxmlformats.org/officeDocument/2006/relationships" id="265" r:id="R9996476db2e9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2eee4aba64b6d" /><Relationship Type="http://schemas.openxmlformats.org/officeDocument/2006/relationships/slideMaster" Target="/ppt/slideMasters/slideMaster1.xml" Id="R2db7ae2656234baf" /><Relationship Type="http://schemas.openxmlformats.org/officeDocument/2006/relationships/notesMaster" Target="/ppt/notesMasters/notesMaster1.xml" Id="Rf16b4960cb4649e8" /><Relationship Type="http://schemas.openxmlformats.org/officeDocument/2006/relationships/presProps" Target="/ppt/presProps.xml" Id="Rdb6732dacd7b4f29" /><Relationship Type="http://schemas.openxmlformats.org/officeDocument/2006/relationships/tableStyles" Target="/ppt/tableStyles.xml" Id="Rcfa0b4fab5b44560" /><Relationship Type="http://schemas.openxmlformats.org/officeDocument/2006/relationships/slide" Target="/ppt/slides/slide1.xml" Id="Rc7f6053bc7584469" /><Relationship Type="http://schemas.openxmlformats.org/officeDocument/2006/relationships/slide" Target="/ppt/slides/slide2.xml" Id="Rfc670526aef34a86" /><Relationship Type="http://schemas.openxmlformats.org/officeDocument/2006/relationships/slide" Target="/ppt/slides/slide3.xml" Id="Rf4e233ec45b74dde" /><Relationship Type="http://schemas.openxmlformats.org/officeDocument/2006/relationships/slide" Target="/ppt/slides/slide4.xml" Id="Rf25c919b7a114333" /><Relationship Type="http://schemas.openxmlformats.org/officeDocument/2006/relationships/slide" Target="/ppt/slides/slide5.xml" Id="R5ce2be92f40b4314" /><Relationship Type="http://schemas.openxmlformats.org/officeDocument/2006/relationships/slide" Target="/ppt/slides/slide6.xml" Id="R07f3c69ed30f4b51" /><Relationship Type="http://schemas.openxmlformats.org/officeDocument/2006/relationships/slide" Target="/ppt/slides/slide7.xml" Id="R6ae0a417772b4236" /><Relationship Type="http://schemas.openxmlformats.org/officeDocument/2006/relationships/slide" Target="/ppt/slides/slide8.xml" Id="R0a2fc7476d6848c5" /><Relationship Type="http://schemas.openxmlformats.org/officeDocument/2006/relationships/slide" Target="/ppt/slides/slide9.xml" Id="Rc59f1868f34b4676" /><Relationship Type="http://schemas.openxmlformats.org/officeDocument/2006/relationships/slide" Target="/ppt/slides/slide10.xml" Id="R9996476db2e9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a047653b8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f765e27d8844d4" /><Relationship Type="http://schemas.openxmlformats.org/officeDocument/2006/relationships/notesMaster" Target="/ppt/notesMasters/notesMaster1.xml" Id="R486cf7cb8dad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6be7ed3756497e" /><Relationship Type="http://schemas.openxmlformats.org/officeDocument/2006/relationships/notesMaster" Target="/ppt/notesMasters/notesMaster1.xml" Id="R0662e093e571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3016178f147df" /><Relationship Type="http://schemas.openxmlformats.org/officeDocument/2006/relationships/notesMaster" Target="/ppt/notesMasters/notesMaster1.xml" Id="Rbbd023339e00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6c8c7c40da4ea7" /><Relationship Type="http://schemas.openxmlformats.org/officeDocument/2006/relationships/notesMaster" Target="/ppt/notesMasters/notesMaster1.xml" Id="Re91c3023966341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077d7c525549b4" /><Relationship Type="http://schemas.openxmlformats.org/officeDocument/2006/relationships/notesMaster" Target="/ppt/notesMasters/notesMaster1.xml" Id="R1f1d920bfa73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5bdec0e9504d91" /><Relationship Type="http://schemas.openxmlformats.org/officeDocument/2006/relationships/notesMaster" Target="/ppt/notesMasters/notesMaster1.xml" Id="R6c5b76beaae9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4e01aedcd4edd" /><Relationship Type="http://schemas.openxmlformats.org/officeDocument/2006/relationships/notesMaster" Target="/ppt/notesMasters/notesMaster1.xml" Id="Rb1bd35142dd547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dd49192c964686" /><Relationship Type="http://schemas.openxmlformats.org/officeDocument/2006/relationships/notesMaster" Target="/ppt/notesMasters/notesMaster1.xml" Id="R628c1df4404645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8461154bc34a20" /><Relationship Type="http://schemas.openxmlformats.org/officeDocument/2006/relationships/notesMaster" Target="/ppt/notesMasters/notesMaster1.xml" Id="R092497f43ec843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8eabc58e64e7c" /><Relationship Type="http://schemas.openxmlformats.org/officeDocument/2006/relationships/notesMaster" Target="/ppt/notesMasters/notesMaster1.xml" Id="R6bcd73f9bc294a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开场：点 Start the interview 打开采访页，F11 全屏。HanLin 会先读开场白。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先读一遍目标（约 1 分钟），让学生知道这节课要开口说什么。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两两一组说 1 分钟，不用写。目的是先让学生把话说出来，再进入正式采访。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这一页可以一直开着。学生卡住时提醒他们看这一页，而不是直接给答案。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说明规则：一次一个问题，用英语回答，点评很短。然后点 Start the interview。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 Start the interview 让这一组学生回答。答完在采访页点 Next question。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 Start the interview 让这一组学生回答。答完在采访页点 Next question。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 Start the interview 让这一组学生回答。答完在采访页点 Next question。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收尾。可以挑一组说得好的学生再复述一遍答案，加深印象。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本页不投影。离线版采访页与课件同目录时，「Start the interview」可直接点击打开，全程不需要网络。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27339bd45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2eb8ff1314b4c" /><Relationship Type="http://schemas.openxmlformats.org/officeDocument/2006/relationships/slideLayout" Target="/ppt/slideLayouts/slideLayout1.xml" Id="Rf4fe6b6bd32a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fe6b6bd32a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5c173821c4435" /><Relationship Type="http://schemas.openxmlformats.org/officeDocument/2006/relationships/hyperlink" Target="HanLin&#37319;&#35775;-&#31163;&#32447;&#29256;.html" TargetMode="External" Id="Rb218b716a83240b0" /><Relationship Type="http://schemas.openxmlformats.org/officeDocument/2006/relationships/image" Target="/ppt/media/image.png" Id="R2e099b6a956a403f" /><Relationship Type="http://schemas.openxmlformats.org/officeDocument/2006/relationships/notesSlide" Target="/ppt/notesSlides/notesSlide1.xml" Id="Rc6f628c0a270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85228d0a64d9f" /><Relationship Type="http://schemas.openxmlformats.org/officeDocument/2006/relationships/notesSlide" Target="/ppt/notesSlides/notesSlide2.xml" Id="Rf2a95a7474b5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3b078b5a64dc9" /><Relationship Type="http://schemas.openxmlformats.org/officeDocument/2006/relationships/image" Target="/ppt/media/image2.png" Id="Rb1487308864e480d" /><Relationship Type="http://schemas.openxmlformats.org/officeDocument/2006/relationships/notesSlide" Target="/ppt/notesSlides/notesSlide3.xml" Id="R2379b6e6a243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25ebe20394bc4" /><Relationship Type="http://schemas.openxmlformats.org/officeDocument/2006/relationships/notesSlide" Target="/ppt/notesSlides/notesSlide4.xml" Id="R2c3f1226e2e5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2218c3d334b23" /><Relationship Type="http://schemas.openxmlformats.org/officeDocument/2006/relationships/hyperlink" Target="HanLin&#37319;&#35775;-&#31163;&#32447;&#29256;.html" TargetMode="External" Id="Rd7cd284fa79b4b4e" /><Relationship Type="http://schemas.openxmlformats.org/officeDocument/2006/relationships/image" Target="/ppt/media/image3.png" Id="Ra5427bd59e1c4e7f" /><Relationship Type="http://schemas.openxmlformats.org/officeDocument/2006/relationships/notesSlide" Target="/ppt/notesSlides/notesSlide5.xml" Id="R3908da28e37749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9f494d0224bdd" /><Relationship Type="http://schemas.openxmlformats.org/officeDocument/2006/relationships/hyperlink" Target="HanLin&#37319;&#35775;-&#31163;&#32447;&#29256;.html" TargetMode="External" Id="Rea049350db9744d3" /><Relationship Type="http://schemas.openxmlformats.org/officeDocument/2006/relationships/image" Target="/ppt/media/image4.png" Id="Rde0aa56f15c1491d" /><Relationship Type="http://schemas.openxmlformats.org/officeDocument/2006/relationships/notesSlide" Target="/ppt/notesSlides/notesSlide6.xml" Id="R5a37164e68d2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d494335cd47d9" /><Relationship Type="http://schemas.openxmlformats.org/officeDocument/2006/relationships/hyperlink" Target="HanLin&#37319;&#35775;-&#31163;&#32447;&#29256;.html" TargetMode="External" Id="Ra56d2ea2995244f1" /><Relationship Type="http://schemas.openxmlformats.org/officeDocument/2006/relationships/image" Target="/ppt/media/image5.png" Id="Rd6b367d78f45472a" /><Relationship Type="http://schemas.openxmlformats.org/officeDocument/2006/relationships/notesSlide" Target="/ppt/notesSlides/notesSlide7.xml" Id="R3915daf9daf1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ddeb54d5542e5" /><Relationship Type="http://schemas.openxmlformats.org/officeDocument/2006/relationships/hyperlink" Target="HanLin&#37319;&#35775;-&#31163;&#32447;&#29256;.html" TargetMode="External" Id="Ra29465230ca349bd" /><Relationship Type="http://schemas.openxmlformats.org/officeDocument/2006/relationships/image" Target="/ppt/media/image6.png" Id="R617bb89e2c61405a" /><Relationship Type="http://schemas.openxmlformats.org/officeDocument/2006/relationships/notesSlide" Target="/ppt/notesSlides/notesSlide8.xml" Id="Rd644a53bbb23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b4e6ac7d44f5" /><Relationship Type="http://schemas.openxmlformats.org/officeDocument/2006/relationships/image" Target="/ppt/media/image7.png" Id="Rb26b1cb0ef9b4c81" /><Relationship Type="http://schemas.openxmlformats.org/officeDocument/2006/relationships/notesSlide" Target="/ppt/notesSlides/notesSlide9.xml" Id="R0342cf1f8b764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a3211f9ff4c71" /><Relationship Type="http://schemas.openxmlformats.org/officeDocument/2006/relationships/notesSlide" Target="/ppt/notesSlides/notesSlide10.xml" Id="R09bf082b0d6b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3DB8F-C2DD-4244-8A85-5529D0B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School newspaper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289A-3E44-4BD2-954B-2882A071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Han Lin, our student reporter, has three questions for you. Answer in English, one question at a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10D62-9D25-4E46-9B6C-7968D51B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sng">
                <a:solidFill>
                  <a:srgbClr val="2F6B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218b716a83240b0"/>
              </a:rPr>
              <a:t>Start the interview</a:t>
            </a:r>
            <a:r>
              <a: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  点击这里开始采访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99b6a956a403f"/>
          <a:stretch xmlns:a="http://schemas.openxmlformats.org/drawingml/2006/main"/>
        </p:blipFill>
        <p:spPr>
          <a:xfrm xmlns:a="http://schemas.openxmlformats.org/drawingml/2006/main">
            <a:off x="8572500" y="1300057"/>
            <a:ext cx="3048000" cy="4372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98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EF36-C83D-4EE5-9F82-34E32ED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779C2-5B13-4419-B217-413D745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You can say how you and your partner are different.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2EEC1-3DE9-4503-975C-3EEB4DDE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You can find and say what you have in common.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F6A76-02BA-4D80-B807-CFBB94D0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You can say what you can learn from your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84725-03D6-4F12-A6BC-F1976FF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Language focus: describing people, comparing, present simple and present continuous.</a:t>
            </a:r>
          </a:p>
        </p:txBody>
      </p:sp>
    </p:spTree>
    <p:extLst>
      <p:ext uri="{BB962C8B-B14F-4D97-AF65-F5344CB8AC3E}">
        <p14:creationId xmlns:p14="http://schemas.microsoft.com/office/powerpoint/2010/main" val="149948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DD993-3980-49EE-B529-34075B42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Warm-up: talk with your partner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A5BC5-B957-4740-805D-19CA624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 minute. Find two differences and two things you have in common.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057B3-0E83-4216-8E2E-DE9215B3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Then be ready to tell the class one of each.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87308864e480d"/>
          <a:stretch xmlns:a="http://schemas.openxmlformats.org/drawingml/2006/main"/>
        </p:blipFill>
        <p:spPr>
          <a:xfrm xmlns:a="http://schemas.openxmlformats.org/drawingml/2006/main">
            <a:off x="8635656" y="2000250"/>
            <a:ext cx="2921689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9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AC068-37F8-435A-83C1-D867C08C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Useful sentences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DEB00-5F83-4108-B96B-BEA1F99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不需要背，说的时候照着填就行。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2E6A-870F-43E4-9381-FAAEAE7F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差别 Differences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2F6C-9632-4F64-A671-6C02DD6C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 difference is that I ______ , but my partner ______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E19A5-487E-4507-84BB-447ACBC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 like ______ , but my partner likes ______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DAC53-8908-4659-8AA8-3B199D5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 partner is ______ , and I am ______ 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B7751-48DD-4624-8E2F-DAFC745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相同 In common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14A80-EC89-4633-BE6A-E60F18D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We are both ______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B90E5-060C-4F7F-95B4-314312A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We both like ______ 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63A00-696E-4DC2-A916-E1AB115F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学到什么 Learning from a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F486D-4460-4650-8581-A9108A6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 can learn ______ from my partner.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1A170-37A5-4D00-BCFD-1147CF4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 partner is good at ______ , so I want to try that too.</a:t>
            </a:r>
          </a:p>
        </p:txBody>
      </p:sp>
    </p:spTree>
    <p:extLst>
      <p:ext uri="{BB962C8B-B14F-4D97-AF65-F5344CB8AC3E}">
        <p14:creationId xmlns:p14="http://schemas.microsoft.com/office/powerpoint/2010/main" val="2050446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72C2B-D8B5-457C-82F4-2F1EE850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How the interview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39881-718C-4259-A741-EEFC028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Han Lin asks one question at a time. Three questions in 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C0F36-7992-4B22-A537-EAE1AA8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You answer in English. Your teacher types your answer in, and Han Lin replies.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D35AE-BADE-4198-B275-F86CDDE4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Han Lin says Great! or Good job!. If one small mistake creeps in, he says Good try. A small tip ... and shows you the right sentence on the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36288-00CE-4C52-A529-36F0BEC9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sng">
                <a:solidFill>
                  <a:srgbClr val="2F6B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cd284fa79b4b4e"/>
              </a:rPr>
              <a:t>Start the interview</a:t>
            </a:r>
            <a:r>
              <a: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  点击这里开始采访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27bd59e1c4e7f"/>
          <a:stretch xmlns:a="http://schemas.openxmlformats.org/drawingml/2006/main"/>
        </p:blipFill>
        <p:spPr>
          <a:xfrm xmlns:a="http://schemas.openxmlformats.org/drawingml/2006/main">
            <a:off x="9382125" y="3054615"/>
            <a:ext cx="2381250" cy="34157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98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DBEFA-6471-4A90-9E27-62D07895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Question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5F926-1D21-428C-AF3E-23DC57FD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How are you different from each other?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08CE7-AFFC-48D7-B166-2E0E19D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Start with: One difference is that I ______ , but my partner ______ 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B876-B8BC-455B-A042-E11C342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sng">
                <a:solidFill>
                  <a:srgbClr val="2F6B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049350db9744d3"/>
              </a:rPr>
              <a:t>Start the interview</a:t>
            </a:r>
            <a:r>
              <a: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  点击这里开始采访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aa56f15c1491d"/>
          <a:stretch xmlns:a="http://schemas.openxmlformats.org/drawingml/2006/main"/>
        </p:blipFill>
        <p:spPr>
          <a:xfrm xmlns:a="http://schemas.openxmlformats.org/drawingml/2006/main">
            <a:off x="8572500" y="1509607"/>
            <a:ext cx="3048000" cy="4372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1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D91B1-3B79-442E-B7C5-38A69E8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Question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18BB-3AC5-45C3-B7B9-CA51034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What do you have in common?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DF67A-D87A-4BFD-98B0-587F70B5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Start with: We are both ______ 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B97E1-C02A-4DB2-945C-8E6AF84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sng">
                <a:solidFill>
                  <a:srgbClr val="2F6B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6d2ea2995244f1"/>
              </a:rPr>
              <a:t>Start the interview</a:t>
            </a:r>
            <a:r>
              <a: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  点击这里开始采访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367d78f45472a"/>
          <a:stretch xmlns:a="http://schemas.openxmlformats.org/drawingml/2006/main"/>
        </p:blipFill>
        <p:spPr>
          <a:xfrm xmlns:a="http://schemas.openxmlformats.org/drawingml/2006/main">
            <a:off x="8572500" y="1509607"/>
            <a:ext cx="3048000" cy="4372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96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EC4B1-02F7-4679-AD2C-0F13D664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Question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A28DC-9F4D-401E-9EDA-BF49625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What can you learn from your partner?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A350-BACE-47C2-B40B-9D688D5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Start with: I can learn ______ from my partner.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B45B6-1BB7-48F7-9AAF-ED4E29C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sng">
                <a:solidFill>
                  <a:srgbClr val="2F6B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9465230ca349bd"/>
              </a:rPr>
              <a:t>Start the interview</a:t>
            </a:r>
            <a:r>
              <a:rPr sz="1425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  点击这里开始采访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bb89e2c61405a"/>
          <a:stretch xmlns:a="http://schemas.openxmlformats.org/drawingml/2006/main"/>
        </p:blipFill>
        <p:spPr>
          <a:xfrm xmlns:a="http://schemas.openxmlformats.org/drawingml/2006/main">
            <a:off x="8572500" y="1509607"/>
            <a:ext cx="3048000" cy="4372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35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29361-9245-479E-A96B-CA62B42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Thank you! You did a wonderful interview.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BA978-8B97-485B-BAC0-12F253D3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You described differences, found things in common, and said what you can learn from your partner.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7698-7CC1-476B-9221-26926FE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（下一组：在采访页点 Next group，改好组名再继续）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b1cb0ef9b4c81"/>
          <a:stretch xmlns:a="http://schemas.openxmlformats.org/drawingml/2006/main"/>
        </p:blipFill>
        <p:spPr>
          <a:xfrm xmlns:a="http://schemas.openxmlformats.org/drawingml/2006/main">
            <a:off x="8572500" y="1338157"/>
            <a:ext cx="3048000" cy="4372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22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11735-9991-4601-8208-55D3584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老师操作：不用装任何东西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95D86-BD0D-4C50-8C21-692E9F04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1. 双击「HanLin采访-离线版.html」用任何浏览器打开，按 F11 全屏；也可以直接放映本课件，在带链接的页面点蓝色的 Start the interview。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4FA0-96BC-4554-808D-EDEA268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2. 鼠标移到屏幕顶端弹出控制条 → 填组名 → 点「开始采访」。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49879-19E2-48AB-AEB6-689DD8CE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3. 学生用英语回答，老师把答案打进屏幕下方的框、按回车，HanLin 立刻改句并点评。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14701-7C43-4792-860A-F59AE30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4. 点 Next question 进下一题；一组结束点 Next group，改好组名继续下一组。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DBC91-6BCB-4AE9-9913-E2422AC0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5. 课后点「记录」→「导出 CSV」，把全部回答和改后句存成 Excel。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FD3FB-E665-429A-A263-48FE98A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不需要联网、不需要装语音包、不需要 API Key、不需要注册。HanLin 的声音已经录好放在文件里。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C3376-E87C-41A2-9B78-47748ED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本页给老师看，放映时可以直接跳过。采访页必须和本课件放在同一个文件夹里，链接才不会断。</a:t>
            </a:r>
          </a:p>
        </p:txBody>
      </p:sp>
    </p:spTree>
    <p:extLst>
      <p:ext uri="{BB962C8B-B14F-4D97-AF65-F5344CB8AC3E}">
        <p14:creationId xmlns:p14="http://schemas.microsoft.com/office/powerpoint/2010/main" val="824275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2026-10-11T06:27:36.1480000Z</dcterms:created>
  <dcterms:modified xsi:type="dcterms:W3CDTF">2026-10-11T06:27:36.1480000Z</dcterms:modified>
</coreProperties>
</file>